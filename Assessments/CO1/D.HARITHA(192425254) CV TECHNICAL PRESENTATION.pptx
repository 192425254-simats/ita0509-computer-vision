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96" r:id="rId3"/>
    <p:sldId id="303" r:id="rId4"/>
    <p:sldId id="304" r:id="rId5"/>
    <p:sldId id="307" r:id="rId6"/>
    <p:sldId id="310" r:id="rId7"/>
    <p:sldId id="288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48" d="100"/>
          <a:sy n="48" d="100"/>
        </p:scale>
        <p:origin x="53" y="706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21D70-E892-43A2-B663-C229C3E17C2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99D8B-47E7-409C-BBBA-B74D81E8A85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899D8B-47E7-409C-BBBA-B74D81E8A85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225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775" y="0"/>
            <a:ext cx="1381125" cy="113347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59260" y="0"/>
            <a:ext cx="1141425" cy="12161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8025" y="229869"/>
            <a:ext cx="5695949" cy="1127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4405" y="1621472"/>
            <a:ext cx="9318625" cy="4608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8037036" y="4343400"/>
            <a:ext cx="15113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2000" b="1" spc="-9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by: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37036" y="4895052"/>
            <a:ext cx="3399472" cy="643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0">
              <a:spcBef>
                <a:spcPts val="95"/>
              </a:spcBef>
            </a:pPr>
            <a:r>
              <a:rPr lang="en-IN" dirty="0">
                <a:latin typeface="Times New Roman" panose="02020603050405020304"/>
                <a:cs typeface="Times New Roman" panose="02020603050405020304"/>
              </a:rPr>
              <a:t>DASARI HARITHA</a:t>
            </a:r>
            <a:r>
              <a:rPr lang="en-IN" sz="1800" dirty="0">
                <a:latin typeface="Times New Roman" panose="02020603050405020304"/>
                <a:cs typeface="Times New Roman" panose="02020603050405020304"/>
              </a:rPr>
              <a:t>(192425254)</a:t>
            </a:r>
          </a:p>
          <a:p>
            <a:pPr marL="25400">
              <a:spcBef>
                <a:spcPts val="620"/>
              </a:spcBef>
            </a:pP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SIMATS</a:t>
            </a:r>
            <a:r>
              <a:rPr sz="1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Engineering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0552" y="4343400"/>
            <a:ext cx="4313873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Superv</a:t>
            </a:r>
            <a:r>
              <a:rPr lang="en-IN"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ised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by</a:t>
            </a:r>
            <a:r>
              <a:rPr sz="2000" b="1" spc="-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1977" y="4936025"/>
            <a:ext cx="4313873" cy="56765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lang="en-IN" sz="1800" dirty="0"/>
              <a:t>Dr. S. YUVARAJ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SIMATS</a:t>
            </a:r>
            <a:r>
              <a:rPr sz="1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Engineering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9046" y="2514600"/>
            <a:ext cx="1133390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Workflow: Bottleneck Identification, Logical Analysis, and Visual Representation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/>
            <a:b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7" y="0"/>
            <a:ext cx="10957034" cy="16720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457200"/>
            <a:ext cx="8534400" cy="1568241"/>
          </a:xfrm>
        </p:spPr>
        <p:txBody>
          <a:bodyPr/>
          <a:lstStyle/>
          <a:p>
            <a:pPr algn="ctr"/>
            <a:r>
              <a:rPr lang="en-IN" sz="3600" dirty="0"/>
              <a:t>INTRODUCTION TO COMPUTER VISION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2B926D-961F-4BF7-B38E-F874ED63C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798234"/>
            <a:ext cx="85344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is a branch of Artificial Intelligence (AI) that enables computers to capture, process,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understand images or videos, allowing them to make intelligent decisions based on visual information.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Surveillance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</a:t>
            </a:r>
          </a:p>
          <a:p>
            <a:endParaRPr lang="en-IN" sz="2400" dirty="0"/>
          </a:p>
        </p:txBody>
      </p:sp>
      <p:pic>
        <p:nvPicPr>
          <p:cNvPr id="4" name="Picture 3" descr="https://images.openai.com/static-rsc-4/E_MDtI1yzlhUx2qL1DEv-3tHMjLy6zZdW9rlNSgFB8zVJUWXqOk1PL-xItpWptUX6-9SUb2OCvFQVgXv0PfW2q0Jc25rRNtlxb5UWrUn-5iOpuOh9llFTC4-cVqaRlLcuER_hzkTyCI1HQVe2xz-U78jAwkn8rEdyYImAdnqALvtu_W15VtK0hiebdn8WUt1?purpose=fullsize">
            <a:extLst>
              <a:ext uri="{FF2B5EF4-FFF2-40B4-BE49-F238E27FC236}">
                <a16:creationId xmlns:a16="http://schemas.microsoft.com/office/drawing/2014/main" id="{4B992982-D547-03C0-FF91-59BF77752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2025441"/>
            <a:ext cx="3276600" cy="384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75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287914"/>
            <a:ext cx="8077200" cy="1143000"/>
          </a:xfrm>
        </p:spPr>
        <p:txBody>
          <a:bodyPr/>
          <a:lstStyle/>
          <a:p>
            <a:pPr algn="ctr"/>
            <a:r>
              <a:rPr lang="en-IN" sz="3600" dirty="0"/>
              <a:t>COMPLETE COMPUTER VISION WORKFLOW</a:t>
            </a:r>
            <a:endParaRPr lang="en-US" sz="36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336290-F643-DE4B-4FC8-47EED0996D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600200"/>
            <a:ext cx="35052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239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700885"/>
            <a:ext cx="8762999" cy="1661993"/>
          </a:xfrm>
        </p:spPr>
        <p:txBody>
          <a:bodyPr/>
          <a:lstStyle/>
          <a:p>
            <a:pPr algn="ctr"/>
            <a:r>
              <a:rPr lang="en-IN" sz="3600" dirty="0"/>
              <a:t>BOTTLENECKS &amp; LOGICAL ANALYSIS</a:t>
            </a:r>
            <a:br>
              <a:rPr lang="en-IN" sz="3600" dirty="0"/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2B926D-961F-4BF7-B38E-F874ED63C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638156"/>
            <a:ext cx="6477000" cy="1226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50000"/>
              </a:lnSpc>
            </a:pP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73A199-1A34-ACCA-DCF5-BAF55011A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82259"/>
              </p:ext>
            </p:extLst>
          </p:nvPr>
        </p:nvGraphicFramePr>
        <p:xfrm>
          <a:off x="1371600" y="1752599"/>
          <a:ext cx="9578340" cy="441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2780">
                  <a:extLst>
                    <a:ext uri="{9D8B030D-6E8A-4147-A177-3AD203B41FA5}">
                      <a16:colId xmlns:a16="http://schemas.microsoft.com/office/drawing/2014/main" val="2324774456"/>
                    </a:ext>
                  </a:extLst>
                </a:gridCol>
                <a:gridCol w="3192780">
                  <a:extLst>
                    <a:ext uri="{9D8B030D-6E8A-4147-A177-3AD203B41FA5}">
                      <a16:colId xmlns:a16="http://schemas.microsoft.com/office/drawing/2014/main" val="3201556827"/>
                    </a:ext>
                  </a:extLst>
                </a:gridCol>
                <a:gridCol w="3192780">
                  <a:extLst>
                    <a:ext uri="{9D8B030D-6E8A-4147-A177-3AD203B41FA5}">
                      <a16:colId xmlns:a16="http://schemas.microsoft.com/office/drawing/2014/main" val="2309484852"/>
                    </a:ext>
                  </a:extLst>
                </a:gridCol>
              </a:tblGrid>
              <a:tr h="629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Workflow 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Bottleneck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2916494"/>
                  </a:ext>
                </a:extLst>
              </a:tr>
              <a:tr h="629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Acquisition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Poor-quality Or Blurred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Input Quality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687423"/>
                  </a:ext>
                </a:extLst>
              </a:tr>
              <a:tr h="629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Noise And Inconsistent Lighting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Affects Feature Extraction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444437"/>
                  </a:ext>
                </a:extLst>
              </a:tr>
              <a:tr h="629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 Of Important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Decreases Model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452225"/>
                  </a:ext>
                </a:extLst>
              </a:tr>
              <a:tr h="629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Datasets And High Computational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Increases Training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288088"/>
                  </a:ext>
                </a:extLst>
              </a:tr>
              <a:tr h="62921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 Inference Speed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Delays Real Time Applications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246028"/>
                  </a:ext>
                </a:extLst>
              </a:tr>
              <a:tr h="62921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Hardware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System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10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2639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287914"/>
            <a:ext cx="8603455" cy="2078993"/>
          </a:xfrm>
        </p:spPr>
        <p:txBody>
          <a:bodyPr/>
          <a:lstStyle/>
          <a:p>
            <a:pPr algn="ctr"/>
            <a:r>
              <a:rPr lang="en-IN" sz="4000" dirty="0"/>
              <a:t>SOLUTIONS &amp; PERFORMANCE EVALUATION</a:t>
            </a:r>
            <a:endParaRPr lang="en-IN" sz="4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2B926D-961F-4BF7-B38E-F874ED63C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384959"/>
            <a:ext cx="8991600" cy="6396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Enhancement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Acceleration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Optimization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C84117-0D00-1BFE-2726-337417E62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2057400"/>
            <a:ext cx="6447079" cy="3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06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533400"/>
            <a:ext cx="8077200" cy="1231106"/>
          </a:xfrm>
        </p:spPr>
        <p:txBody>
          <a:bodyPr/>
          <a:lstStyle/>
          <a:p>
            <a:pPr algn="l"/>
            <a:r>
              <a:rPr lang="en-IN" sz="4000" dirty="0"/>
              <a:t>APPLICATIONS &amp; CONCLUSION</a:t>
            </a:r>
            <a:endParaRPr lang="en-IN" sz="4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32B926D-961F-4BF7-B38E-F874ED63C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304162"/>
            <a:ext cx="89154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Surveillance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workflow improves accuracy.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bottlenecks enhances performance.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enables intelligent automation.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876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048000" y="2829560"/>
            <a:ext cx="60331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209</Words>
  <Application>Microsoft Office PowerPoint</Application>
  <PresentationFormat>Widescreen</PresentationFormat>
  <Paragraphs>71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Times New Roman</vt:lpstr>
      <vt:lpstr>Wingdings</vt:lpstr>
      <vt:lpstr>Office Theme</vt:lpstr>
      <vt:lpstr>PowerPoint Presentation</vt:lpstr>
      <vt:lpstr>INTRODUCTION TO COMPUTER VISION</vt:lpstr>
      <vt:lpstr>COMPLETE COMPUTER VISION WORKFLOW</vt:lpstr>
      <vt:lpstr>BOTTLENECKS &amp; LOGICAL ANALYSIS </vt:lpstr>
      <vt:lpstr>SOLUTIONS &amp; PERFORMANCE EVALUATION</vt:lpstr>
      <vt:lpstr>APPLICATIONS &amp;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 SAVEETHA INSTITUTE OF MEDICAL AND TECHNICAL SCIENCES</dc:title>
  <dc:creator>LENOVO</dc:creator>
  <cp:lastModifiedBy>Haritha D</cp:lastModifiedBy>
  <cp:revision>21</cp:revision>
  <dcterms:created xsi:type="dcterms:W3CDTF">2025-12-24T03:01:00Z</dcterms:created>
  <dcterms:modified xsi:type="dcterms:W3CDTF">2026-07-20T06:29:08Z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2025-12-24T11:00:00Z</vt:filetime>
  </property>
  <property fmtid="{D5CDD505-2E9C-101B-9397-08002B2CF9AE}" pid="3" name="LastSaved">
    <vt:filetime>2025-12-24T11:00:00Z</vt:filetime>
  </property>
  <property fmtid="{D5CDD505-2E9C-101B-9397-08002B2CF9AE}" pid="4" name="ICV">
    <vt:lpwstr>65C4E49682984BF98145F6A23285ED7B_12</vt:lpwstr>
  </property>
  <property fmtid="{D5CDD505-2E9C-101B-9397-08002B2CF9AE}" pid="5" name="KSOProductBuildVer">
    <vt:lpwstr>1033-12.2.0.23196</vt:lpwstr>
  </property>
</Properties>
</file>